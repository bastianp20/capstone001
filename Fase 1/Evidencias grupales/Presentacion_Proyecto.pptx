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28801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114800" cy="4114800"/>
          </a:xfrm>
          <a:prstGeom prst="ellipse">
            <a:avLst/>
          </a:prstGeom>
          <a:solidFill>
            <a:srgbClr val="065A82">
              <a:alpha val="6000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-1280160" y="4206240"/>
            <a:ext cx="3291840" cy="329184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Shape 2"/>
          <p:cNvSpPr/>
          <p:nvPr/>
        </p:nvSpPr>
        <p:spPr>
          <a:xfrm>
            <a:off x="822960" y="777240"/>
            <a:ext cx="914400" cy="914400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5" name="Image 0" descr="icons/p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" y="996696"/>
            <a:ext cx="475488" cy="47548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37744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AuraPet</a:t>
            </a:r>
            <a:endParaRPr lang="en-US" sz="5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4290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integral de salud y adopción de mascotas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5989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APT — Asignatura Capstone  |  Ingeniería en Informática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6355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Alan Penroz  ·  Bastián Palavecino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salud de las mascotas hoy se gestiona de forma dispersa y poco eficiente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246120" cy="3429000"/>
          </a:xfrm>
          <a:prstGeom prst="roundRect">
            <a:avLst>
              <a:gd name="adj" fmla="val 3380"/>
            </a:avLst>
          </a:prstGeom>
          <a:solidFill>
            <a:srgbClr val="F4F8FA"/>
          </a:solidFill>
          <a:ln/>
          <a:effectLst>
            <a:outerShdw blurRad="762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868680" y="237744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6" name="Image 0" descr="icons/calend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190" y="2574950"/>
            <a:ext cx="427939" cy="42793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342900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No Validos en Adopción 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886200"/>
            <a:ext cx="2697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/>
              <a:t>Registran mascotas para adopción sin antes verificar si la información publicada es veridica. </a:t>
            </a:r>
          </a:p>
        </p:txBody>
      </p:sp>
      <p:sp>
        <p:nvSpPr>
          <p:cNvPr id="9" name="Shape 6"/>
          <p:cNvSpPr/>
          <p:nvPr/>
        </p:nvSpPr>
        <p:spPr>
          <a:xfrm>
            <a:off x="4114800" y="1965960"/>
            <a:ext cx="3246120" cy="3429000"/>
          </a:xfrm>
          <a:prstGeom prst="roundRect">
            <a:avLst>
              <a:gd name="adj" fmla="val 3380"/>
            </a:avLst>
          </a:prstGeom>
          <a:solidFill>
            <a:srgbClr val="F4F8FA"/>
          </a:solidFill>
          <a:ln/>
          <a:effectLst>
            <a:outerShdw blurRad="762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0" name="Shape 7"/>
          <p:cNvSpPr/>
          <p:nvPr/>
        </p:nvSpPr>
        <p:spPr>
          <a:xfrm>
            <a:off x="4434840" y="237744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1" name="Image 1" descr="icons/not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2350" y="2574950"/>
            <a:ext cx="427939" cy="427939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389120" y="342900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disperso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4389120" y="3886200"/>
            <a:ext cx="2697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ficha médica queda repartida entre distintas clínicas.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7680960" y="1965960"/>
            <a:ext cx="3246120" cy="3429000"/>
          </a:xfrm>
          <a:prstGeom prst="roundRect">
            <a:avLst>
              <a:gd name="adj" fmla="val 3380"/>
            </a:avLst>
          </a:prstGeom>
          <a:solidFill>
            <a:srgbClr val="F4F8FA"/>
          </a:solidFill>
          <a:ln/>
          <a:effectLst>
            <a:outerShdw blurRad="762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5" name="Shape 11"/>
          <p:cNvSpPr/>
          <p:nvPr/>
        </p:nvSpPr>
        <p:spPr>
          <a:xfrm>
            <a:off x="8001000" y="237744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6" name="Image 2" descr="icons/sear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8510" y="2574950"/>
            <a:ext cx="427939" cy="427939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7955280" y="342900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priorización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7955280" y="3886200"/>
            <a:ext cx="2697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existe una forma ágil de identificar y atender urgencias.</a:t>
            </a:r>
            <a:endParaRPr lang="en-US" sz="125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5715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Contexto: Región Metropolitana de Santiago, Chile — dueños de mascotas, veterinarios y centros veterinarios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solución: AuraPet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plataforma que conecta a todos los actores del cuidado veterinario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979676" y="2103120"/>
            <a:ext cx="2450592" cy="3291840"/>
          </a:xfrm>
          <a:prstGeom prst="roundRect">
            <a:avLst>
              <a:gd name="adj" fmla="val 4478"/>
            </a:avLst>
          </a:prstGeom>
          <a:solidFill>
            <a:srgbClr val="065A82">
              <a:alpha val="8500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2816352" y="2423160"/>
            <a:ext cx="777240" cy="777240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6" name="Image 0" descr="icons/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2890" y="2609698"/>
            <a:ext cx="404165" cy="40416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116836" y="3383280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Dueños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2162556" y="3794760"/>
            <a:ext cx="20848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Registran mascotas, solicitan citas y consultan el historial médico.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686300" y="2103120"/>
            <a:ext cx="2450592" cy="3291840"/>
          </a:xfrm>
          <a:prstGeom prst="roundRect">
            <a:avLst>
              <a:gd name="adj" fmla="val 4478"/>
            </a:avLst>
          </a:prstGeom>
          <a:solidFill>
            <a:srgbClr val="065A82">
              <a:alpha val="8500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0" name="Shape 7"/>
          <p:cNvSpPr/>
          <p:nvPr/>
        </p:nvSpPr>
        <p:spPr>
          <a:xfrm>
            <a:off x="5522976" y="2423160"/>
            <a:ext cx="777240" cy="777240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1" name="Image 1" descr="icons/v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9514" y="2609698"/>
            <a:ext cx="404165" cy="40416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823460" y="3383280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Veterinarios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869180" y="3794760"/>
            <a:ext cx="20848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Gestionan citas, </a:t>
            </a:r>
            <a:r>
              <a:rPr lang="en-US" sz="115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registran</a:t>
            </a: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diagnósticos y derivan a otros profesionales.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7392924" y="2103120"/>
            <a:ext cx="2450592" cy="3291840"/>
          </a:xfrm>
          <a:prstGeom prst="roundRect">
            <a:avLst>
              <a:gd name="adj" fmla="val 4478"/>
            </a:avLst>
          </a:prstGeom>
          <a:solidFill>
            <a:srgbClr val="065A82">
              <a:alpha val="8500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5" name="Shape 11"/>
          <p:cNvSpPr/>
          <p:nvPr/>
        </p:nvSpPr>
        <p:spPr>
          <a:xfrm>
            <a:off x="8229600" y="2423160"/>
            <a:ext cx="777240" cy="777240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6" name="Image 2" descr="icons/hospit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6138" y="2609698"/>
            <a:ext cx="404165" cy="40416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7530084" y="3383280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Centros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7575804" y="3794760"/>
            <a:ext cx="20848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</a:t>
            </a:r>
            <a:r>
              <a:rPr lang="en-US" sz="115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registran</a:t>
            </a: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la app y configuran horarios de atención.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Funcionalidades clave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5074920" cy="1600200"/>
          </a:xfrm>
          <a:prstGeom prst="roundRect">
            <a:avLst>
              <a:gd name="adj" fmla="val 5714"/>
            </a:avLst>
          </a:prstGeom>
          <a:solidFill>
            <a:srgbClr val="F4F8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868680" cy="8686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5" name="Image 0" descr="icons/calend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443" y="2174443"/>
            <a:ext cx="451714" cy="45171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920240" y="189280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citas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920240" y="228600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Solicitud, confirmación y administración de citas veterinarias en línea.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080760" y="1600200"/>
            <a:ext cx="5074920" cy="1600200"/>
          </a:xfrm>
          <a:prstGeom prst="roundRect">
            <a:avLst>
              <a:gd name="adj" fmla="val 5714"/>
            </a:avLst>
          </a:prstGeom>
          <a:solidFill>
            <a:srgbClr val="F4F8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9" name="Shape 6"/>
          <p:cNvSpPr/>
          <p:nvPr/>
        </p:nvSpPr>
        <p:spPr>
          <a:xfrm>
            <a:off x="6355080" y="1965960"/>
            <a:ext cx="868680" cy="8686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0" name="Image 1" descr="icons/not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3563" y="2174443"/>
            <a:ext cx="451714" cy="45171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452360" y="189280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médico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7452360" y="228600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y consulta de diagnósticos, tratamientos y vacunas por mascota.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48640" y="3611880"/>
            <a:ext cx="5074920" cy="1600200"/>
          </a:xfrm>
          <a:prstGeom prst="roundRect">
            <a:avLst>
              <a:gd name="adj" fmla="val 5714"/>
            </a:avLst>
          </a:prstGeom>
          <a:solidFill>
            <a:srgbClr val="F4F8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4" name="Shape 10"/>
          <p:cNvSpPr/>
          <p:nvPr/>
        </p:nvSpPr>
        <p:spPr>
          <a:xfrm>
            <a:off x="822960" y="3977640"/>
            <a:ext cx="868680" cy="8686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5" name="Image 2" descr="icons/sha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1443" y="4186123"/>
            <a:ext cx="451714" cy="45171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920240" y="390448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Derivaciones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1920240" y="429768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Envío a otros profesionales o centros para exámenes y radiografías.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080760" y="3611880"/>
            <a:ext cx="5074920" cy="1600200"/>
          </a:xfrm>
          <a:prstGeom prst="roundRect">
            <a:avLst>
              <a:gd name="adj" fmla="val 5714"/>
            </a:avLst>
          </a:prstGeom>
          <a:solidFill>
            <a:srgbClr val="F4F8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9" name="Shape 14"/>
          <p:cNvSpPr/>
          <p:nvPr/>
        </p:nvSpPr>
        <p:spPr>
          <a:xfrm>
            <a:off x="6355080" y="3977640"/>
            <a:ext cx="868680" cy="8686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20" name="Image 3" descr="icons/hospit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3563" y="4186123"/>
            <a:ext cx="451714" cy="45171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452360" y="390448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Centros asociados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7452360" y="429768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clínicas con filtros de búsqueda por horario de atención.</a:t>
            </a:r>
            <a:endParaRPr 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548640" y="5715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módulo se conecta mediante una API central que sincroniza la información en tiempo real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Inteligencia artificial y adopción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212080" cy="4663440"/>
          </a:xfrm>
          <a:prstGeom prst="roundRect">
            <a:avLst>
              <a:gd name="adj" fmla="val 2353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Shape 2"/>
          <p:cNvSpPr/>
          <p:nvPr/>
        </p:nvSpPr>
        <p:spPr>
          <a:xfrm>
            <a:off x="914400" y="1828800"/>
            <a:ext cx="868680" cy="868680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5" name="Image 0" descr="icons/br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883" y="2037283"/>
            <a:ext cx="451714" cy="45171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0" y="28803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Priorización con IA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429000"/>
            <a:ext cx="4480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 los síntomas descritos por el dueño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Determina el nivel de urgencia del caso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 automáticamente las citas más críticas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035040" y="1463040"/>
            <a:ext cx="5577840" cy="4663440"/>
          </a:xfrm>
          <a:prstGeom prst="roundRect">
            <a:avLst>
              <a:gd name="adj" fmla="val 2353"/>
            </a:avLst>
          </a:prstGeom>
          <a:solidFill>
            <a:srgbClr val="F4F8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9" name="Shape 6"/>
          <p:cNvSpPr/>
          <p:nvPr/>
        </p:nvSpPr>
        <p:spPr>
          <a:xfrm>
            <a:off x="6400800" y="1828800"/>
            <a:ext cx="868680" cy="868680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0" name="Image 1" descr="icons/he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9283" y="2037283"/>
            <a:ext cx="451714" cy="45171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400800" y="28803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de adopción</a:t>
            </a:r>
            <a:endParaRPr lang="en-US" sz="1900" dirty="0"/>
          </a:p>
        </p:txBody>
      </p:sp>
      <p:sp>
        <p:nvSpPr>
          <p:cNvPr id="12" name="Text 8"/>
          <p:cNvSpPr txBox="1"/>
          <p:nvPr/>
        </p:nvSpPr>
        <p:spPr>
          <a:xfrm>
            <a:off x="6400800" y="3429000"/>
            <a:ext cx="4846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de búsqueda por raza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con personalidad y características físicas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médico: vacunas, esterilización y enfermedades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Fotografías y descripción de cada animal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 y enfoque tecnológico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 txBox="1"/>
          <p:nvPr/>
        </p:nvSpPr>
        <p:spPr>
          <a:xfrm>
            <a:off x="868680" y="153619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general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187452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AuraPet, una app que centralice citas, historiales médicos y adopción, conectando dueños, veterinarios, centros y un administrador, con apoyo de IA para priorizar la atención.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3063240"/>
            <a:ext cx="3429000" cy="1600200"/>
          </a:xfrm>
          <a:prstGeom prst="roundRect">
            <a:avLst>
              <a:gd name="adj" fmla="val 5714"/>
            </a:avLst>
          </a:prstGeom>
          <a:solidFill>
            <a:srgbClr val="F4F8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7" name="Shape 5"/>
          <p:cNvSpPr/>
          <p:nvPr/>
        </p:nvSpPr>
        <p:spPr>
          <a:xfrm>
            <a:off x="777240" y="347472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8" name="Image 0" descr="icons/mob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778" y="3661258"/>
            <a:ext cx="404165" cy="40416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737360" y="329184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móvil / web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737360" y="365760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para dueños, veterinarios y centros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251960" y="3063240"/>
            <a:ext cx="3429000" cy="1600200"/>
          </a:xfrm>
          <a:prstGeom prst="roundRect">
            <a:avLst>
              <a:gd name="adj" fmla="val 5714"/>
            </a:avLst>
          </a:prstGeom>
          <a:solidFill>
            <a:srgbClr val="F4F8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2" name="Shape 9"/>
          <p:cNvSpPr/>
          <p:nvPr/>
        </p:nvSpPr>
        <p:spPr>
          <a:xfrm>
            <a:off x="4480560" y="347472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3" name="Image 1" descr="icons/data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7098" y="3661258"/>
            <a:ext cx="404165" cy="404165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440680" y="329184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5440680" y="365760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relacional para usuarios, citas e historiales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7955280" y="3063240"/>
            <a:ext cx="3429000" cy="1600200"/>
          </a:xfrm>
          <a:prstGeom prst="roundRect">
            <a:avLst>
              <a:gd name="adj" fmla="val 5714"/>
            </a:avLst>
          </a:prstGeom>
          <a:solidFill>
            <a:srgbClr val="F4F8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7" name="Shape 13"/>
          <p:cNvSpPr/>
          <p:nvPr/>
        </p:nvSpPr>
        <p:spPr>
          <a:xfrm>
            <a:off x="8183880" y="347472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8" name="Image 2" descr="icons/bra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0418" y="3661258"/>
            <a:ext cx="404165" cy="40416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144000" y="329184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de IA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9144000" y="365760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y priorización de síntomas</a:t>
            </a:r>
            <a:endParaRPr lang="en-US" sz="1100" dirty="0"/>
          </a:p>
        </p:txBody>
      </p:sp>
      <p:sp>
        <p:nvSpPr>
          <p:cNvPr id="21" name="Text 16"/>
          <p:cNvSpPr txBox="1"/>
          <p:nvPr/>
        </p:nvSpPr>
        <p:spPr>
          <a:xfrm>
            <a:off x="548640" y="5029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Metodología: Scrum, con sprints alineados a las fases de la asignatura de Portafolio de Título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645920"/>
            <a:ext cx="4389120" cy="4389120"/>
          </a:xfrm>
          <a:prstGeom prst="ellipse">
            <a:avLst/>
          </a:prstGeom>
          <a:solidFill>
            <a:srgbClr val="065A82">
              <a:alpha val="6000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5166360" y="1005840"/>
            <a:ext cx="1005840" cy="1005840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4" name="Image 0" descr="icons/p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7762" y="1247242"/>
            <a:ext cx="523037" cy="523037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2960" y="24688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3429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AuraPet — cuidando mascotas, conectando personas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Alan Penroz   ·   Bastián Palavecino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383</Words>
  <Application>Microsoft Office PowerPoint</Application>
  <PresentationFormat>Panorámica</PresentationFormat>
  <Paragraphs>61</Paragraphs>
  <Slides>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BASTIAN ANDRES PALAVECINO ANCALAF</cp:lastModifiedBy>
  <cp:revision>2</cp:revision>
  <dcterms:created xsi:type="dcterms:W3CDTF">2026-09-02T22:52:18Z</dcterms:created>
  <dcterms:modified xsi:type="dcterms:W3CDTF">2026-09-04T01:50:11Z</dcterms:modified>
</cp:coreProperties>
</file>